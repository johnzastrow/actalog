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D1D4"/>
    <a:srgbClr val="F4F6F9"/>
    <a:srgbClr val="2C3E50"/>
    <a:srgbClr val="00BCD4"/>
    <a:srgbClr val="FFC1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2" d="100"/>
          <a:sy n="82" d="100"/>
        </p:scale>
        <p:origin x="691" y="-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38BCC-8F7D-C91E-F06B-019C8F461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566F71-4D0C-3C8B-E873-E12A03A199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473A4-4976-5C40-505E-51648BD35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634CD-DE68-40AE-BD0E-6DE064D1A1D3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28333-5FE5-1510-6781-09E2C763E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65EDE-88AC-DF00-706A-5E1D8FEAC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11C12-2708-43F2-B42E-7F9CC18E7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8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E034D-9860-581F-BC97-D0AFF2DD4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8CDF0-A748-D765-204D-8F68B6FD2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D2FF0-461B-6FD7-CA75-6382072F7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634CD-DE68-40AE-BD0E-6DE064D1A1D3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1A1A7-25EC-5159-46C8-C4E7C6609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07714-6E1C-2381-EF0A-22AB7F6AB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11C12-2708-43F2-B42E-7F9CC18E7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1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208FD-DCDA-C5B2-CA66-B07711807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324E3-8356-3231-F43A-329D4A99B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13FF3-7AC5-E561-6C84-EAD7CA110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634CD-DE68-40AE-BD0E-6DE064D1A1D3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C2AF1-3818-ED62-8455-0478C85D5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68103-27FE-AA16-1EEF-D3B779B45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11C12-2708-43F2-B42E-7F9CC18E7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549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377A-01E0-A07A-5C39-72535AF9C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AD0B8-3A08-EDD2-9BD0-E358A65430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0CA2E-6C56-9B44-C43A-1BDE774EA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F3DD3-FCFC-6DB4-4995-4B505FD52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634CD-DE68-40AE-BD0E-6DE064D1A1D3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AF34C8-8713-16C9-277D-86B3C051B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C7C8F-F5A5-BB31-B43D-88EEA8934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11C12-2708-43F2-B42E-7F9CC18E7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04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7D72F-BB2A-329F-09B4-62919A892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26B62-5B3B-7740-7CAF-05DC3033C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B095D1-B2BD-69D3-2283-6DACC2F516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56C0C-7891-37BA-DFA2-D41C56CE3F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F66566-986B-14BC-E2BC-8003CE7B4D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DD9B1A-C742-7D12-8F8F-9D3C02E92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634CD-DE68-40AE-BD0E-6DE064D1A1D3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F754F4-1E05-39D3-E8A5-A3A358EC6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F673C8-9C11-341B-A61D-40AABF4A9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11C12-2708-43F2-B42E-7F9CC18E7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53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FB26B-1617-29E9-B4F9-F4EF9C897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831F02-EC0A-3E00-4D62-19340C6D0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634CD-DE68-40AE-BD0E-6DE064D1A1D3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F53C26-1D81-6485-7F81-75A9869B3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819B2-7D5F-8568-C71A-26AE51383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11C12-2708-43F2-B42E-7F9CC18E7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641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3FBDA3-36B4-1FBC-436D-585D39E26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634CD-DE68-40AE-BD0E-6DE064D1A1D3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D05724-C7D3-4CFB-DA2A-C98471E24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675D2-0694-9F98-F702-CB0D1B612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11C12-2708-43F2-B42E-7F9CC18E7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199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379BA-98B5-58D8-7D90-D53F05AC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25817-37F8-A43E-EF64-6D1E63ECF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331537-4D6F-50C6-3AE5-6FF2FB1FF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C3D32-03A0-37D9-3A7A-0FD4C0B06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634CD-DE68-40AE-BD0E-6DE064D1A1D3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ECF886-14EC-C2D0-E048-FCD5DAB2A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EE5CB-1469-5F19-830C-00911356C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11C12-2708-43F2-B42E-7F9CC18E7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83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56631-F71B-872C-9938-CE86A482B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0B56C3-2D2D-9BFC-55ED-3D1FA35388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8EFA65-6B7D-814C-F62F-120E63B6F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C5AE3-BC7F-53B8-F8D3-286C8FD3C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634CD-DE68-40AE-BD0E-6DE064D1A1D3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C99E6C-D21F-E336-7F92-C08A90125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8753F-2D7F-16BA-7A9F-1DD234CD7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11C12-2708-43F2-B42E-7F9CC18E7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162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A101E-74D0-6D87-2E83-B0E5B39E0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21ED6E-EC61-3890-BF7E-5F9FEEAD0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E6F15-A2DD-7EEC-1AE1-E61270D55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634CD-DE68-40AE-BD0E-6DE064D1A1D3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26D46-B1C2-9002-BB8C-5D31FEB9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BFC70-A54A-D37A-BFFB-919E8EB9C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11C12-2708-43F2-B42E-7F9CC18E7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19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1E6661-62E7-D53E-B146-652831156A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41A36D-80E7-6D16-556B-9EF7A7E325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B399-5898-6A22-8B00-AAA7005DC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634CD-DE68-40AE-BD0E-6DE064D1A1D3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301F0-8569-3919-CC66-5504B69FD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27531-BD5D-EAEE-574D-6AEB6AA03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11C12-2708-43F2-B42E-7F9CC18E7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493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76FC41-F744-F022-2FAF-65C4B903F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C19ED-7E16-EBD7-FDCE-0EA4D99AB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F224F-6DCE-DE02-515E-54DDF0A104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634CD-DE68-40AE-BD0E-6DE064D1A1D3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B36BA-7FE4-B539-B9BC-C4538775E7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60470-C6C2-F032-5D48-AA80BAEB29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B11C12-2708-43F2-B42E-7F9CC18E7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307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fitness app&#10;&#10;AI-generated content may be incorrect.">
            <a:extLst>
              <a:ext uri="{FF2B5EF4-FFF2-40B4-BE49-F238E27FC236}">
                <a16:creationId xmlns:a16="http://schemas.microsoft.com/office/drawing/2014/main" id="{93C2BE2F-C3F1-191A-38E6-355D3438B08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4620" y="0"/>
            <a:ext cx="318275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EBB47C-AD32-6BB4-41E8-DD4A36F4E7D3}"/>
              </a:ext>
            </a:extLst>
          </p:cNvPr>
          <p:cNvSpPr txBox="1"/>
          <p:nvPr/>
        </p:nvSpPr>
        <p:spPr>
          <a:xfrm>
            <a:off x="4515506" y="76200"/>
            <a:ext cx="3104494" cy="369332"/>
          </a:xfrm>
          <a:prstGeom prst="rect">
            <a:avLst/>
          </a:prstGeom>
          <a:solidFill>
            <a:srgbClr val="2C3E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ActaLog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4416122-15E4-B6EA-4BF1-4B9163B2F0F3}"/>
              </a:ext>
            </a:extLst>
          </p:cNvPr>
          <p:cNvSpPr/>
          <p:nvPr/>
        </p:nvSpPr>
        <p:spPr>
          <a:xfrm>
            <a:off x="7162800" y="6455228"/>
            <a:ext cx="359229" cy="36933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JZ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DA8D4-0E7B-28D6-71F8-2E45FC15711A}"/>
              </a:ext>
            </a:extLst>
          </p:cNvPr>
          <p:cNvSpPr/>
          <p:nvPr/>
        </p:nvSpPr>
        <p:spPr>
          <a:xfrm>
            <a:off x="5845629" y="6427470"/>
            <a:ext cx="489857" cy="3970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9E586A4-5E00-940F-C78A-40368C9DFC8C}"/>
              </a:ext>
            </a:extLst>
          </p:cNvPr>
          <p:cNvSpPr/>
          <p:nvPr/>
        </p:nvSpPr>
        <p:spPr>
          <a:xfrm>
            <a:off x="5920154" y="6479638"/>
            <a:ext cx="316523" cy="318252"/>
          </a:xfrm>
          <a:prstGeom prst="ellipse">
            <a:avLst/>
          </a:prstGeom>
          <a:solidFill>
            <a:srgbClr val="FFC10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+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2E5001EE-B4D0-173F-BF1C-521734224E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473827"/>
              </p:ext>
            </p:extLst>
          </p:nvPr>
        </p:nvGraphicFramePr>
        <p:xfrm>
          <a:off x="4614940" y="795818"/>
          <a:ext cx="2927196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2592">
                  <a:extLst>
                    <a:ext uri="{9D8B030D-6E8A-4147-A177-3AD203B41FA5}">
                      <a16:colId xmlns:a16="http://schemas.microsoft.com/office/drawing/2014/main" val="2582104457"/>
                    </a:ext>
                  </a:extLst>
                </a:gridCol>
                <a:gridCol w="417434">
                  <a:extLst>
                    <a:ext uri="{9D8B030D-6E8A-4147-A177-3AD203B41FA5}">
                      <a16:colId xmlns:a16="http://schemas.microsoft.com/office/drawing/2014/main" val="486784038"/>
                    </a:ext>
                  </a:extLst>
                </a:gridCol>
                <a:gridCol w="417434">
                  <a:extLst>
                    <a:ext uri="{9D8B030D-6E8A-4147-A177-3AD203B41FA5}">
                      <a16:colId xmlns:a16="http://schemas.microsoft.com/office/drawing/2014/main" val="3249022364"/>
                    </a:ext>
                  </a:extLst>
                </a:gridCol>
                <a:gridCol w="417434">
                  <a:extLst>
                    <a:ext uri="{9D8B030D-6E8A-4147-A177-3AD203B41FA5}">
                      <a16:colId xmlns:a16="http://schemas.microsoft.com/office/drawing/2014/main" val="1104210850"/>
                    </a:ext>
                  </a:extLst>
                </a:gridCol>
                <a:gridCol w="417434">
                  <a:extLst>
                    <a:ext uri="{9D8B030D-6E8A-4147-A177-3AD203B41FA5}">
                      <a16:colId xmlns:a16="http://schemas.microsoft.com/office/drawing/2014/main" val="3468805457"/>
                    </a:ext>
                  </a:extLst>
                </a:gridCol>
                <a:gridCol w="417434">
                  <a:extLst>
                    <a:ext uri="{9D8B030D-6E8A-4147-A177-3AD203B41FA5}">
                      <a16:colId xmlns:a16="http://schemas.microsoft.com/office/drawing/2014/main" val="1993642243"/>
                    </a:ext>
                  </a:extLst>
                </a:gridCol>
                <a:gridCol w="417434">
                  <a:extLst>
                    <a:ext uri="{9D8B030D-6E8A-4147-A177-3AD203B41FA5}">
                      <a16:colId xmlns:a16="http://schemas.microsoft.com/office/drawing/2014/main" val="24880455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400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013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7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373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866840"/>
                  </a:ext>
                </a:extLst>
              </a:tr>
            </a:tbl>
          </a:graphicData>
        </a:graphic>
      </p:graphicFrame>
      <p:sp>
        <p:nvSpPr>
          <p:cNvPr id="22" name="Oval 21">
            <a:extLst>
              <a:ext uri="{FF2B5EF4-FFF2-40B4-BE49-F238E27FC236}">
                <a16:creationId xmlns:a16="http://schemas.microsoft.com/office/drawing/2014/main" id="{D9482EF1-BDB7-C5B2-F833-D6286946AFBC}"/>
              </a:ext>
            </a:extLst>
          </p:cNvPr>
          <p:cNvSpPr/>
          <p:nvPr/>
        </p:nvSpPr>
        <p:spPr>
          <a:xfrm>
            <a:off x="5142990" y="1206158"/>
            <a:ext cx="256345" cy="259080"/>
          </a:xfrm>
          <a:prstGeom prst="ellipse">
            <a:avLst/>
          </a:prstGeom>
          <a:solidFill>
            <a:srgbClr val="00BC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DDDFCB4-790B-8960-12D9-2F453C90FACB}"/>
              </a:ext>
            </a:extLst>
          </p:cNvPr>
          <p:cNvSpPr/>
          <p:nvPr/>
        </p:nvSpPr>
        <p:spPr>
          <a:xfrm>
            <a:off x="5949528" y="1225363"/>
            <a:ext cx="256345" cy="259080"/>
          </a:xfrm>
          <a:prstGeom prst="ellipse">
            <a:avLst/>
          </a:prstGeom>
          <a:solidFill>
            <a:srgbClr val="00BC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D44E988-E10E-CA5F-6CE2-0E2F8225B3D2}"/>
              </a:ext>
            </a:extLst>
          </p:cNvPr>
          <p:cNvSpPr/>
          <p:nvPr/>
        </p:nvSpPr>
        <p:spPr>
          <a:xfrm>
            <a:off x="5519571" y="1593378"/>
            <a:ext cx="256345" cy="259080"/>
          </a:xfrm>
          <a:prstGeom prst="ellipse">
            <a:avLst/>
          </a:prstGeom>
          <a:solidFill>
            <a:srgbClr val="00BC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10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1CC01A7-726B-D141-73AD-221FAD04EC73}"/>
              </a:ext>
            </a:extLst>
          </p:cNvPr>
          <p:cNvSpPr/>
          <p:nvPr/>
        </p:nvSpPr>
        <p:spPr>
          <a:xfrm>
            <a:off x="6365093" y="1588399"/>
            <a:ext cx="256345" cy="259080"/>
          </a:xfrm>
          <a:prstGeom prst="ellipse">
            <a:avLst/>
          </a:prstGeom>
          <a:solidFill>
            <a:srgbClr val="00BC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132C6D-A2FB-00B4-E06E-646AECAC5683}"/>
              </a:ext>
            </a:extLst>
          </p:cNvPr>
          <p:cNvSpPr txBox="1"/>
          <p:nvPr/>
        </p:nvSpPr>
        <p:spPr>
          <a:xfrm>
            <a:off x="4515505" y="520105"/>
            <a:ext cx="3182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Saturday, November 13, 2025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25D3BD-F7EF-B24E-6A2C-85086F3E8301}"/>
              </a:ext>
            </a:extLst>
          </p:cNvPr>
          <p:cNvSpPr/>
          <p:nvPr/>
        </p:nvSpPr>
        <p:spPr>
          <a:xfrm>
            <a:off x="4614940" y="2650018"/>
            <a:ext cx="3005060" cy="355483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CE6162-FEBB-F1AF-F462-6C693641DBC1}"/>
              </a:ext>
            </a:extLst>
          </p:cNvPr>
          <p:cNvSpPr/>
          <p:nvPr/>
        </p:nvSpPr>
        <p:spPr>
          <a:xfrm>
            <a:off x="4629372" y="2780647"/>
            <a:ext cx="3024317" cy="3034590"/>
          </a:xfrm>
          <a:prstGeom prst="roundRect">
            <a:avLst>
              <a:gd name="adj" fmla="val 1241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>
                <a:solidFill>
                  <a:schemeClr val="tx1"/>
                </a:solidFill>
              </a:rPr>
              <a:t>Workouts in last 7 Days</a:t>
            </a:r>
          </a:p>
        </p:txBody>
      </p:sp>
      <p:pic>
        <p:nvPicPr>
          <p:cNvPr id="38" name="Picture 37" descr="A white letter in a blue circle&#10;&#10;AI-generated content may be incorrect.">
            <a:extLst>
              <a:ext uri="{FF2B5EF4-FFF2-40B4-BE49-F238E27FC236}">
                <a16:creationId xmlns:a16="http://schemas.microsoft.com/office/drawing/2014/main" id="{5EA0B92E-14C3-A1AC-B312-CE627D00A4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940" y="97757"/>
            <a:ext cx="289950" cy="289950"/>
          </a:xfrm>
          <a:prstGeom prst="rect">
            <a:avLst/>
          </a:prstGeom>
        </p:spPr>
      </p:pic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6548BE7-512E-1364-495F-AAACF832296B}"/>
              </a:ext>
            </a:extLst>
          </p:cNvPr>
          <p:cNvSpPr/>
          <p:nvPr/>
        </p:nvSpPr>
        <p:spPr>
          <a:xfrm>
            <a:off x="4725609" y="3074439"/>
            <a:ext cx="2855168" cy="1016720"/>
          </a:xfrm>
          <a:prstGeom prst="roundRect">
            <a:avLst>
              <a:gd name="adj" fmla="val 148"/>
            </a:avLst>
          </a:prstGeom>
          <a:solidFill>
            <a:srgbClr val="F4F6F9"/>
          </a:solidFill>
          <a:ln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9E4BD0-DA0C-26D3-1857-845DDAFD8FCC}"/>
              </a:ext>
            </a:extLst>
          </p:cNvPr>
          <p:cNvSpPr txBox="1"/>
          <p:nvPr/>
        </p:nvSpPr>
        <p:spPr>
          <a:xfrm>
            <a:off x="4842086" y="3223903"/>
            <a:ext cx="138715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Named WOD 1</a:t>
            </a:r>
          </a:p>
          <a:p>
            <a:r>
              <a:rPr lang="en-US" sz="1100" dirty="0"/>
              <a:t>Named WOD 2</a:t>
            </a:r>
          </a:p>
          <a:p>
            <a:r>
              <a:rPr lang="en-US" sz="1100" dirty="0"/>
              <a:t>Strength 1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FB6DE27-9FC8-170F-36F3-3A5271C81501}"/>
              </a:ext>
            </a:extLst>
          </p:cNvPr>
          <p:cNvGrpSpPr/>
          <p:nvPr/>
        </p:nvGrpSpPr>
        <p:grpSpPr>
          <a:xfrm>
            <a:off x="5562278" y="3615615"/>
            <a:ext cx="155448" cy="155448"/>
            <a:chOff x="5743278" y="3076236"/>
            <a:chExt cx="705532" cy="705526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7BF6F90-9DEB-5C7A-156C-142CC0AAF2E6}"/>
                </a:ext>
              </a:extLst>
            </p:cNvPr>
            <p:cNvSpPr/>
            <p:nvPr/>
          </p:nvSpPr>
          <p:spPr>
            <a:xfrm>
              <a:off x="5876972" y="3209925"/>
              <a:ext cx="438149" cy="438150"/>
            </a:xfrm>
            <a:custGeom>
              <a:avLst/>
              <a:gdLst>
                <a:gd name="connsiteX0" fmla="*/ 219075 w 438149"/>
                <a:gd name="connsiteY0" fmla="*/ 0 h 438150"/>
                <a:gd name="connsiteX1" fmla="*/ 0 w 438149"/>
                <a:gd name="connsiteY1" fmla="*/ 219075 h 438150"/>
                <a:gd name="connsiteX2" fmla="*/ 219075 w 438149"/>
                <a:gd name="connsiteY2" fmla="*/ 438150 h 438150"/>
                <a:gd name="connsiteX3" fmla="*/ 438150 w 438149"/>
                <a:gd name="connsiteY3" fmla="*/ 219075 h 438150"/>
                <a:gd name="connsiteX4" fmla="*/ 219075 w 438149"/>
                <a:gd name="connsiteY4" fmla="*/ 0 h 438150"/>
                <a:gd name="connsiteX5" fmla="*/ 187928 w 438149"/>
                <a:gd name="connsiteY5" fmla="*/ 308267 h 438150"/>
                <a:gd name="connsiteX6" fmla="*/ 92459 w 438149"/>
                <a:gd name="connsiteY6" fmla="*/ 212789 h 438150"/>
                <a:gd name="connsiteX7" fmla="*/ 124901 w 438149"/>
                <a:gd name="connsiteY7" fmla="*/ 180346 h 438150"/>
                <a:gd name="connsiteX8" fmla="*/ 187928 w 438149"/>
                <a:gd name="connsiteY8" fmla="*/ 243373 h 438150"/>
                <a:gd name="connsiteX9" fmla="*/ 317011 w 438149"/>
                <a:gd name="connsiteY9" fmla="*/ 114300 h 438150"/>
                <a:gd name="connsiteX10" fmla="*/ 349453 w 438149"/>
                <a:gd name="connsiteY10" fmla="*/ 146742 h 43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8149" h="438150">
                  <a:moveTo>
                    <a:pt x="219075" y="0"/>
                  </a:moveTo>
                  <a:cubicBezTo>
                    <a:pt x="98084" y="0"/>
                    <a:pt x="0" y="98084"/>
                    <a:pt x="0" y="219075"/>
                  </a:cubicBezTo>
                  <a:cubicBezTo>
                    <a:pt x="0" y="340066"/>
                    <a:pt x="98084" y="438150"/>
                    <a:pt x="219075" y="438150"/>
                  </a:cubicBezTo>
                  <a:cubicBezTo>
                    <a:pt x="340067" y="438150"/>
                    <a:pt x="438150" y="340066"/>
                    <a:pt x="438150" y="219075"/>
                  </a:cubicBezTo>
                  <a:cubicBezTo>
                    <a:pt x="438014" y="98140"/>
                    <a:pt x="340010" y="136"/>
                    <a:pt x="219075" y="0"/>
                  </a:cubicBezTo>
                  <a:close/>
                  <a:moveTo>
                    <a:pt x="187928" y="308267"/>
                  </a:moveTo>
                  <a:lnTo>
                    <a:pt x="92459" y="212789"/>
                  </a:lnTo>
                  <a:lnTo>
                    <a:pt x="124901" y="180346"/>
                  </a:lnTo>
                  <a:lnTo>
                    <a:pt x="187928" y="243373"/>
                  </a:lnTo>
                  <a:lnTo>
                    <a:pt x="317011" y="114300"/>
                  </a:lnTo>
                  <a:lnTo>
                    <a:pt x="349453" y="146742"/>
                  </a:lnTo>
                  <a:close/>
                </a:path>
              </a:pathLst>
            </a:custGeom>
            <a:solidFill>
              <a:srgbClr val="FFC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B4CDFF7-D7C6-6E14-1FD8-1E99B2C9DE76}"/>
                </a:ext>
              </a:extLst>
            </p:cNvPr>
            <p:cNvSpPr/>
            <p:nvPr/>
          </p:nvSpPr>
          <p:spPr>
            <a:xfrm>
              <a:off x="5743278" y="3076236"/>
              <a:ext cx="705532" cy="705526"/>
            </a:xfrm>
            <a:custGeom>
              <a:avLst/>
              <a:gdLst>
                <a:gd name="connsiteX0" fmla="*/ 677762 w 705532"/>
                <a:gd name="connsiteY0" fmla="*/ 364812 h 705526"/>
                <a:gd name="connsiteX1" fmla="*/ 677762 w 705532"/>
                <a:gd name="connsiteY1" fmla="*/ 340714 h 705526"/>
                <a:gd name="connsiteX2" fmla="*/ 701232 w 705532"/>
                <a:gd name="connsiteY2" fmla="*/ 311958 h 705526"/>
                <a:gd name="connsiteX3" fmla="*/ 698533 w 705532"/>
                <a:gd name="connsiteY3" fmla="*/ 285153 h 705526"/>
                <a:gd name="connsiteX4" fmla="*/ 696793 w 705532"/>
                <a:gd name="connsiteY4" fmla="*/ 283888 h 705526"/>
                <a:gd name="connsiteX5" fmla="*/ 665580 w 705532"/>
                <a:gd name="connsiteY5" fmla="*/ 263790 h 705526"/>
                <a:gd name="connsiteX6" fmla="*/ 658131 w 705532"/>
                <a:gd name="connsiteY6" fmla="*/ 240882 h 705526"/>
                <a:gd name="connsiteX7" fmla="*/ 671571 w 705532"/>
                <a:gd name="connsiteY7" fmla="*/ 206269 h 705526"/>
                <a:gd name="connsiteX8" fmla="*/ 660712 w 705532"/>
                <a:gd name="connsiteY8" fmla="*/ 181613 h 705526"/>
                <a:gd name="connsiteX9" fmla="*/ 658674 w 705532"/>
                <a:gd name="connsiteY9" fmla="*/ 180951 h 705526"/>
                <a:gd name="connsiteX10" fmla="*/ 622774 w 705532"/>
                <a:gd name="connsiteY10" fmla="*/ 171483 h 705526"/>
                <a:gd name="connsiteX11" fmla="*/ 608611 w 705532"/>
                <a:gd name="connsiteY11" fmla="*/ 151995 h 705526"/>
                <a:gd name="connsiteX12" fmla="*/ 610697 w 705532"/>
                <a:gd name="connsiteY12" fmla="*/ 114924 h 705526"/>
                <a:gd name="connsiteX13" fmla="*/ 592745 w 705532"/>
                <a:gd name="connsiteY13" fmla="*/ 94836 h 705526"/>
                <a:gd name="connsiteX14" fmla="*/ 590608 w 705532"/>
                <a:gd name="connsiteY14" fmla="*/ 94836 h 705526"/>
                <a:gd name="connsiteX15" fmla="*/ 553537 w 705532"/>
                <a:gd name="connsiteY15" fmla="*/ 96922 h 705526"/>
                <a:gd name="connsiteX16" fmla="*/ 534049 w 705532"/>
                <a:gd name="connsiteY16" fmla="*/ 82758 h 705526"/>
                <a:gd name="connsiteX17" fmla="*/ 524581 w 705532"/>
                <a:gd name="connsiteY17" fmla="*/ 46858 h 705526"/>
                <a:gd name="connsiteX18" fmla="*/ 501301 w 705532"/>
                <a:gd name="connsiteY18" fmla="*/ 33299 h 705526"/>
                <a:gd name="connsiteX19" fmla="*/ 499264 w 705532"/>
                <a:gd name="connsiteY19" fmla="*/ 33961 h 705526"/>
                <a:gd name="connsiteX20" fmla="*/ 464650 w 705532"/>
                <a:gd name="connsiteY20" fmla="*/ 47401 h 705526"/>
                <a:gd name="connsiteX21" fmla="*/ 441742 w 705532"/>
                <a:gd name="connsiteY21" fmla="*/ 39953 h 705526"/>
                <a:gd name="connsiteX22" fmla="*/ 421644 w 705532"/>
                <a:gd name="connsiteY22" fmla="*/ 8739 h 705526"/>
                <a:gd name="connsiteX23" fmla="*/ 395315 w 705532"/>
                <a:gd name="connsiteY23" fmla="*/ 3036 h 705526"/>
                <a:gd name="connsiteX24" fmla="*/ 393574 w 705532"/>
                <a:gd name="connsiteY24" fmla="*/ 4300 h 705526"/>
                <a:gd name="connsiteX25" fmla="*/ 364818 w 705532"/>
                <a:gd name="connsiteY25" fmla="*/ 27770 h 705526"/>
                <a:gd name="connsiteX26" fmla="*/ 340720 w 705532"/>
                <a:gd name="connsiteY26" fmla="*/ 27770 h 705526"/>
                <a:gd name="connsiteX27" fmla="*/ 311964 w 705532"/>
                <a:gd name="connsiteY27" fmla="*/ 4300 h 705526"/>
                <a:gd name="connsiteX28" fmla="*/ 285159 w 705532"/>
                <a:gd name="connsiteY28" fmla="*/ 6999 h 705526"/>
                <a:gd name="connsiteX29" fmla="*/ 283894 w 705532"/>
                <a:gd name="connsiteY29" fmla="*/ 8739 h 705526"/>
                <a:gd name="connsiteX30" fmla="*/ 263796 w 705532"/>
                <a:gd name="connsiteY30" fmla="*/ 39953 h 705526"/>
                <a:gd name="connsiteX31" fmla="*/ 240889 w 705532"/>
                <a:gd name="connsiteY31" fmla="*/ 47401 h 705526"/>
                <a:gd name="connsiteX32" fmla="*/ 206275 w 705532"/>
                <a:gd name="connsiteY32" fmla="*/ 33961 h 705526"/>
                <a:gd name="connsiteX33" fmla="*/ 181619 w 705532"/>
                <a:gd name="connsiteY33" fmla="*/ 44821 h 705526"/>
                <a:gd name="connsiteX34" fmla="*/ 180957 w 705532"/>
                <a:gd name="connsiteY34" fmla="*/ 46858 h 705526"/>
                <a:gd name="connsiteX35" fmla="*/ 171489 w 705532"/>
                <a:gd name="connsiteY35" fmla="*/ 82758 h 705526"/>
                <a:gd name="connsiteX36" fmla="*/ 152001 w 705532"/>
                <a:gd name="connsiteY36" fmla="*/ 96922 h 705526"/>
                <a:gd name="connsiteX37" fmla="*/ 114930 w 705532"/>
                <a:gd name="connsiteY37" fmla="*/ 94836 h 705526"/>
                <a:gd name="connsiteX38" fmla="*/ 94842 w 705532"/>
                <a:gd name="connsiteY38" fmla="*/ 112787 h 705526"/>
                <a:gd name="connsiteX39" fmla="*/ 94842 w 705532"/>
                <a:gd name="connsiteY39" fmla="*/ 114924 h 705526"/>
                <a:gd name="connsiteX40" fmla="*/ 96928 w 705532"/>
                <a:gd name="connsiteY40" fmla="*/ 151995 h 705526"/>
                <a:gd name="connsiteX41" fmla="*/ 82764 w 705532"/>
                <a:gd name="connsiteY41" fmla="*/ 171483 h 705526"/>
                <a:gd name="connsiteX42" fmla="*/ 46864 w 705532"/>
                <a:gd name="connsiteY42" fmla="*/ 180951 h 705526"/>
                <a:gd name="connsiteX43" fmla="*/ 33305 w 705532"/>
                <a:gd name="connsiteY43" fmla="*/ 204231 h 705526"/>
                <a:gd name="connsiteX44" fmla="*/ 33967 w 705532"/>
                <a:gd name="connsiteY44" fmla="*/ 206269 h 705526"/>
                <a:gd name="connsiteX45" fmla="*/ 47407 w 705532"/>
                <a:gd name="connsiteY45" fmla="*/ 240882 h 705526"/>
                <a:gd name="connsiteX46" fmla="*/ 39959 w 705532"/>
                <a:gd name="connsiteY46" fmla="*/ 263790 h 705526"/>
                <a:gd name="connsiteX47" fmla="*/ 8745 w 705532"/>
                <a:gd name="connsiteY47" fmla="*/ 283888 h 705526"/>
                <a:gd name="connsiteX48" fmla="*/ 3031 w 705532"/>
                <a:gd name="connsiteY48" fmla="*/ 310216 h 705526"/>
                <a:gd name="connsiteX49" fmla="*/ 4297 w 705532"/>
                <a:gd name="connsiteY49" fmla="*/ 311958 h 705526"/>
                <a:gd name="connsiteX50" fmla="*/ 27776 w 705532"/>
                <a:gd name="connsiteY50" fmla="*/ 340714 h 705526"/>
                <a:gd name="connsiteX51" fmla="*/ 27776 w 705532"/>
                <a:gd name="connsiteY51" fmla="*/ 364812 h 705526"/>
                <a:gd name="connsiteX52" fmla="*/ 4297 w 705532"/>
                <a:gd name="connsiteY52" fmla="*/ 393568 h 705526"/>
                <a:gd name="connsiteX53" fmla="*/ 7003 w 705532"/>
                <a:gd name="connsiteY53" fmla="*/ 420372 h 705526"/>
                <a:gd name="connsiteX54" fmla="*/ 8745 w 705532"/>
                <a:gd name="connsiteY54" fmla="*/ 421638 h 705526"/>
                <a:gd name="connsiteX55" fmla="*/ 39959 w 705532"/>
                <a:gd name="connsiteY55" fmla="*/ 441736 h 705526"/>
                <a:gd name="connsiteX56" fmla="*/ 47407 w 705532"/>
                <a:gd name="connsiteY56" fmla="*/ 464644 h 705526"/>
                <a:gd name="connsiteX57" fmla="*/ 33967 w 705532"/>
                <a:gd name="connsiteY57" fmla="*/ 499258 h 705526"/>
                <a:gd name="connsiteX58" fmla="*/ 44827 w 705532"/>
                <a:gd name="connsiteY58" fmla="*/ 523913 h 705526"/>
                <a:gd name="connsiteX59" fmla="*/ 46864 w 705532"/>
                <a:gd name="connsiteY59" fmla="*/ 524575 h 705526"/>
                <a:gd name="connsiteX60" fmla="*/ 82764 w 705532"/>
                <a:gd name="connsiteY60" fmla="*/ 534043 h 705526"/>
                <a:gd name="connsiteX61" fmla="*/ 96928 w 705532"/>
                <a:gd name="connsiteY61" fmla="*/ 553531 h 705526"/>
                <a:gd name="connsiteX62" fmla="*/ 94842 w 705532"/>
                <a:gd name="connsiteY62" fmla="*/ 590602 h 705526"/>
                <a:gd name="connsiteX63" fmla="*/ 112793 w 705532"/>
                <a:gd name="connsiteY63" fmla="*/ 610691 h 705526"/>
                <a:gd name="connsiteX64" fmla="*/ 114930 w 705532"/>
                <a:gd name="connsiteY64" fmla="*/ 610691 h 705526"/>
                <a:gd name="connsiteX65" fmla="*/ 152001 w 705532"/>
                <a:gd name="connsiteY65" fmla="*/ 608605 h 705526"/>
                <a:gd name="connsiteX66" fmla="*/ 171489 w 705532"/>
                <a:gd name="connsiteY66" fmla="*/ 622768 h 705526"/>
                <a:gd name="connsiteX67" fmla="*/ 180957 w 705532"/>
                <a:gd name="connsiteY67" fmla="*/ 658668 h 705526"/>
                <a:gd name="connsiteX68" fmla="*/ 204237 w 705532"/>
                <a:gd name="connsiteY68" fmla="*/ 672227 h 705526"/>
                <a:gd name="connsiteX69" fmla="*/ 206275 w 705532"/>
                <a:gd name="connsiteY69" fmla="*/ 671565 h 705526"/>
                <a:gd name="connsiteX70" fmla="*/ 240889 w 705532"/>
                <a:gd name="connsiteY70" fmla="*/ 658125 h 705526"/>
                <a:gd name="connsiteX71" fmla="*/ 263796 w 705532"/>
                <a:gd name="connsiteY71" fmla="*/ 665574 h 705526"/>
                <a:gd name="connsiteX72" fmla="*/ 283894 w 705532"/>
                <a:gd name="connsiteY72" fmla="*/ 696787 h 705526"/>
                <a:gd name="connsiteX73" fmla="*/ 310224 w 705532"/>
                <a:gd name="connsiteY73" fmla="*/ 702491 h 705526"/>
                <a:gd name="connsiteX74" fmla="*/ 311964 w 705532"/>
                <a:gd name="connsiteY74" fmla="*/ 701226 h 705526"/>
                <a:gd name="connsiteX75" fmla="*/ 340720 w 705532"/>
                <a:gd name="connsiteY75" fmla="*/ 677756 h 705526"/>
                <a:gd name="connsiteX76" fmla="*/ 364818 w 705532"/>
                <a:gd name="connsiteY76" fmla="*/ 677756 h 705526"/>
                <a:gd name="connsiteX77" fmla="*/ 393574 w 705532"/>
                <a:gd name="connsiteY77" fmla="*/ 701226 h 705526"/>
                <a:gd name="connsiteX78" fmla="*/ 420380 w 705532"/>
                <a:gd name="connsiteY78" fmla="*/ 698527 h 705526"/>
                <a:gd name="connsiteX79" fmla="*/ 421644 w 705532"/>
                <a:gd name="connsiteY79" fmla="*/ 696787 h 705526"/>
                <a:gd name="connsiteX80" fmla="*/ 441742 w 705532"/>
                <a:gd name="connsiteY80" fmla="*/ 665574 h 705526"/>
                <a:gd name="connsiteX81" fmla="*/ 464650 w 705532"/>
                <a:gd name="connsiteY81" fmla="*/ 658125 h 705526"/>
                <a:gd name="connsiteX82" fmla="*/ 499264 w 705532"/>
                <a:gd name="connsiteY82" fmla="*/ 671565 h 705526"/>
                <a:gd name="connsiteX83" fmla="*/ 523919 w 705532"/>
                <a:gd name="connsiteY83" fmla="*/ 660705 h 705526"/>
                <a:gd name="connsiteX84" fmla="*/ 524581 w 705532"/>
                <a:gd name="connsiteY84" fmla="*/ 658668 h 705526"/>
                <a:gd name="connsiteX85" fmla="*/ 534049 w 705532"/>
                <a:gd name="connsiteY85" fmla="*/ 622768 h 705526"/>
                <a:gd name="connsiteX86" fmla="*/ 553537 w 705532"/>
                <a:gd name="connsiteY86" fmla="*/ 608605 h 705526"/>
                <a:gd name="connsiteX87" fmla="*/ 590608 w 705532"/>
                <a:gd name="connsiteY87" fmla="*/ 610691 h 705526"/>
                <a:gd name="connsiteX88" fmla="*/ 610697 w 705532"/>
                <a:gd name="connsiteY88" fmla="*/ 592739 h 705526"/>
                <a:gd name="connsiteX89" fmla="*/ 610697 w 705532"/>
                <a:gd name="connsiteY89" fmla="*/ 590602 h 705526"/>
                <a:gd name="connsiteX90" fmla="*/ 608611 w 705532"/>
                <a:gd name="connsiteY90" fmla="*/ 553531 h 705526"/>
                <a:gd name="connsiteX91" fmla="*/ 622774 w 705532"/>
                <a:gd name="connsiteY91" fmla="*/ 534043 h 705526"/>
                <a:gd name="connsiteX92" fmla="*/ 658674 w 705532"/>
                <a:gd name="connsiteY92" fmla="*/ 524575 h 705526"/>
                <a:gd name="connsiteX93" fmla="*/ 672233 w 705532"/>
                <a:gd name="connsiteY93" fmla="*/ 501295 h 705526"/>
                <a:gd name="connsiteX94" fmla="*/ 671571 w 705532"/>
                <a:gd name="connsiteY94" fmla="*/ 499258 h 705526"/>
                <a:gd name="connsiteX95" fmla="*/ 658131 w 705532"/>
                <a:gd name="connsiteY95" fmla="*/ 464644 h 705526"/>
                <a:gd name="connsiteX96" fmla="*/ 665580 w 705532"/>
                <a:gd name="connsiteY96" fmla="*/ 441736 h 705526"/>
                <a:gd name="connsiteX97" fmla="*/ 696793 w 705532"/>
                <a:gd name="connsiteY97" fmla="*/ 421638 h 705526"/>
                <a:gd name="connsiteX98" fmla="*/ 702497 w 705532"/>
                <a:gd name="connsiteY98" fmla="*/ 395308 h 705526"/>
                <a:gd name="connsiteX99" fmla="*/ 701232 w 705532"/>
                <a:gd name="connsiteY99" fmla="*/ 393568 h 705526"/>
                <a:gd name="connsiteX100" fmla="*/ 352769 w 705532"/>
                <a:gd name="connsiteY100" fmla="*/ 600413 h 705526"/>
                <a:gd name="connsiteX101" fmla="*/ 105119 w 705532"/>
                <a:gd name="connsiteY101" fmla="*/ 352763 h 705526"/>
                <a:gd name="connsiteX102" fmla="*/ 352769 w 705532"/>
                <a:gd name="connsiteY102" fmla="*/ 105113 h 705526"/>
                <a:gd name="connsiteX103" fmla="*/ 600419 w 705532"/>
                <a:gd name="connsiteY103" fmla="*/ 352763 h 705526"/>
                <a:gd name="connsiteX104" fmla="*/ 352769 w 705532"/>
                <a:gd name="connsiteY104" fmla="*/ 600413 h 705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705532" h="705526">
                  <a:moveTo>
                    <a:pt x="677762" y="364812"/>
                  </a:moveTo>
                  <a:cubicBezTo>
                    <a:pt x="672036" y="357800"/>
                    <a:pt x="672036" y="347726"/>
                    <a:pt x="677762" y="340714"/>
                  </a:cubicBezTo>
                  <a:lnTo>
                    <a:pt x="701232" y="311958"/>
                  </a:lnTo>
                  <a:cubicBezTo>
                    <a:pt x="707889" y="303810"/>
                    <a:pt x="706680" y="291810"/>
                    <a:pt x="698533" y="285153"/>
                  </a:cubicBezTo>
                  <a:cubicBezTo>
                    <a:pt x="697977" y="284698"/>
                    <a:pt x="697396" y="284276"/>
                    <a:pt x="696793" y="283888"/>
                  </a:cubicBezTo>
                  <a:lnTo>
                    <a:pt x="665580" y="263790"/>
                  </a:lnTo>
                  <a:cubicBezTo>
                    <a:pt x="657971" y="258892"/>
                    <a:pt x="654858" y="249318"/>
                    <a:pt x="658131" y="240882"/>
                  </a:cubicBezTo>
                  <a:lnTo>
                    <a:pt x="671571" y="206269"/>
                  </a:lnTo>
                  <a:cubicBezTo>
                    <a:pt x="675381" y="196462"/>
                    <a:pt x="670518" y="185423"/>
                    <a:pt x="660712" y="181613"/>
                  </a:cubicBezTo>
                  <a:cubicBezTo>
                    <a:pt x="660046" y="181355"/>
                    <a:pt x="659366" y="181133"/>
                    <a:pt x="658674" y="180951"/>
                  </a:cubicBezTo>
                  <a:lnTo>
                    <a:pt x="622774" y="171483"/>
                  </a:lnTo>
                  <a:cubicBezTo>
                    <a:pt x="614024" y="169176"/>
                    <a:pt x="608104" y="161031"/>
                    <a:pt x="608611" y="151995"/>
                  </a:cubicBezTo>
                  <a:lnTo>
                    <a:pt x="610697" y="114924"/>
                  </a:lnTo>
                  <a:cubicBezTo>
                    <a:pt x="611286" y="104420"/>
                    <a:pt x="603249" y="95425"/>
                    <a:pt x="592745" y="94836"/>
                  </a:cubicBezTo>
                  <a:cubicBezTo>
                    <a:pt x="592033" y="94796"/>
                    <a:pt x="591320" y="94796"/>
                    <a:pt x="590608" y="94836"/>
                  </a:cubicBezTo>
                  <a:lnTo>
                    <a:pt x="553537" y="96922"/>
                  </a:lnTo>
                  <a:cubicBezTo>
                    <a:pt x="544502" y="97428"/>
                    <a:pt x="536356" y="91508"/>
                    <a:pt x="534049" y="82758"/>
                  </a:cubicBezTo>
                  <a:lnTo>
                    <a:pt x="524581" y="46858"/>
                  </a:lnTo>
                  <a:cubicBezTo>
                    <a:pt x="521897" y="36685"/>
                    <a:pt x="511474" y="30615"/>
                    <a:pt x="501301" y="33299"/>
                  </a:cubicBezTo>
                  <a:cubicBezTo>
                    <a:pt x="500611" y="33481"/>
                    <a:pt x="499930" y="33702"/>
                    <a:pt x="499264" y="33961"/>
                  </a:cubicBezTo>
                  <a:lnTo>
                    <a:pt x="464650" y="47401"/>
                  </a:lnTo>
                  <a:cubicBezTo>
                    <a:pt x="456214" y="50674"/>
                    <a:pt x="446640" y="47560"/>
                    <a:pt x="441742" y="39953"/>
                  </a:cubicBezTo>
                  <a:lnTo>
                    <a:pt x="421644" y="8739"/>
                  </a:lnTo>
                  <a:cubicBezTo>
                    <a:pt x="415949" y="-107"/>
                    <a:pt x="404160" y="-2660"/>
                    <a:pt x="395315" y="3036"/>
                  </a:cubicBezTo>
                  <a:cubicBezTo>
                    <a:pt x="394711" y="3424"/>
                    <a:pt x="394130" y="3846"/>
                    <a:pt x="393574" y="4300"/>
                  </a:cubicBezTo>
                  <a:lnTo>
                    <a:pt x="364818" y="27770"/>
                  </a:lnTo>
                  <a:cubicBezTo>
                    <a:pt x="357806" y="33496"/>
                    <a:pt x="347732" y="33496"/>
                    <a:pt x="340720" y="27770"/>
                  </a:cubicBezTo>
                  <a:lnTo>
                    <a:pt x="311964" y="4300"/>
                  </a:lnTo>
                  <a:cubicBezTo>
                    <a:pt x="303816" y="-2357"/>
                    <a:pt x="291816" y="-1148"/>
                    <a:pt x="285159" y="6999"/>
                  </a:cubicBezTo>
                  <a:cubicBezTo>
                    <a:pt x="284705" y="7555"/>
                    <a:pt x="284283" y="8136"/>
                    <a:pt x="283894" y="8739"/>
                  </a:cubicBezTo>
                  <a:lnTo>
                    <a:pt x="263796" y="39953"/>
                  </a:lnTo>
                  <a:cubicBezTo>
                    <a:pt x="258898" y="47560"/>
                    <a:pt x="249324" y="50674"/>
                    <a:pt x="240889" y="47401"/>
                  </a:cubicBezTo>
                  <a:lnTo>
                    <a:pt x="206275" y="33961"/>
                  </a:lnTo>
                  <a:cubicBezTo>
                    <a:pt x="196468" y="30151"/>
                    <a:pt x="185429" y="35014"/>
                    <a:pt x="181619" y="44821"/>
                  </a:cubicBezTo>
                  <a:cubicBezTo>
                    <a:pt x="181361" y="45487"/>
                    <a:pt x="181139" y="46167"/>
                    <a:pt x="180957" y="46858"/>
                  </a:cubicBezTo>
                  <a:lnTo>
                    <a:pt x="171489" y="82758"/>
                  </a:lnTo>
                  <a:cubicBezTo>
                    <a:pt x="169182" y="91508"/>
                    <a:pt x="161037" y="97428"/>
                    <a:pt x="152001" y="96922"/>
                  </a:cubicBezTo>
                  <a:lnTo>
                    <a:pt x="114930" y="94836"/>
                  </a:lnTo>
                  <a:cubicBezTo>
                    <a:pt x="104426" y="94246"/>
                    <a:pt x="95431" y="102283"/>
                    <a:pt x="94842" y="112787"/>
                  </a:cubicBezTo>
                  <a:cubicBezTo>
                    <a:pt x="94802" y="113499"/>
                    <a:pt x="94802" y="114212"/>
                    <a:pt x="94842" y="114924"/>
                  </a:cubicBezTo>
                  <a:lnTo>
                    <a:pt x="96928" y="151995"/>
                  </a:lnTo>
                  <a:cubicBezTo>
                    <a:pt x="97434" y="161031"/>
                    <a:pt x="91515" y="169176"/>
                    <a:pt x="82764" y="171483"/>
                  </a:cubicBezTo>
                  <a:lnTo>
                    <a:pt x="46864" y="180951"/>
                  </a:lnTo>
                  <a:cubicBezTo>
                    <a:pt x="36692" y="183635"/>
                    <a:pt x="30621" y="194058"/>
                    <a:pt x="33305" y="204231"/>
                  </a:cubicBezTo>
                  <a:cubicBezTo>
                    <a:pt x="33487" y="204922"/>
                    <a:pt x="33708" y="205603"/>
                    <a:pt x="33967" y="206269"/>
                  </a:cubicBezTo>
                  <a:lnTo>
                    <a:pt x="47407" y="240882"/>
                  </a:lnTo>
                  <a:cubicBezTo>
                    <a:pt x="50680" y="249319"/>
                    <a:pt x="47566" y="258892"/>
                    <a:pt x="39959" y="263790"/>
                  </a:cubicBezTo>
                  <a:lnTo>
                    <a:pt x="8745" y="283888"/>
                  </a:lnTo>
                  <a:cubicBezTo>
                    <a:pt x="-103" y="289580"/>
                    <a:pt x="-2661" y="301368"/>
                    <a:pt x="3031" y="310216"/>
                  </a:cubicBezTo>
                  <a:cubicBezTo>
                    <a:pt x="3420" y="310820"/>
                    <a:pt x="3843" y="311402"/>
                    <a:pt x="4297" y="311958"/>
                  </a:cubicBezTo>
                  <a:lnTo>
                    <a:pt x="27776" y="340714"/>
                  </a:lnTo>
                  <a:cubicBezTo>
                    <a:pt x="33503" y="347726"/>
                    <a:pt x="33503" y="357800"/>
                    <a:pt x="27776" y="364812"/>
                  </a:cubicBezTo>
                  <a:lnTo>
                    <a:pt x="4297" y="393568"/>
                  </a:lnTo>
                  <a:cubicBezTo>
                    <a:pt x="-2358" y="401717"/>
                    <a:pt x="-1146" y="413718"/>
                    <a:pt x="7003" y="420372"/>
                  </a:cubicBezTo>
                  <a:cubicBezTo>
                    <a:pt x="7559" y="420827"/>
                    <a:pt x="8141" y="421250"/>
                    <a:pt x="8745" y="421638"/>
                  </a:cubicBezTo>
                  <a:lnTo>
                    <a:pt x="39959" y="441736"/>
                  </a:lnTo>
                  <a:cubicBezTo>
                    <a:pt x="47566" y="446634"/>
                    <a:pt x="50680" y="456208"/>
                    <a:pt x="47407" y="464644"/>
                  </a:cubicBezTo>
                  <a:lnTo>
                    <a:pt x="33967" y="499258"/>
                  </a:lnTo>
                  <a:cubicBezTo>
                    <a:pt x="30157" y="509064"/>
                    <a:pt x="35020" y="520103"/>
                    <a:pt x="44827" y="523913"/>
                  </a:cubicBezTo>
                  <a:cubicBezTo>
                    <a:pt x="45493" y="524171"/>
                    <a:pt x="46173" y="524393"/>
                    <a:pt x="46864" y="524575"/>
                  </a:cubicBezTo>
                  <a:lnTo>
                    <a:pt x="82764" y="534043"/>
                  </a:lnTo>
                  <a:cubicBezTo>
                    <a:pt x="91515" y="536350"/>
                    <a:pt x="97434" y="544496"/>
                    <a:pt x="96928" y="553531"/>
                  </a:cubicBezTo>
                  <a:lnTo>
                    <a:pt x="94842" y="590602"/>
                  </a:lnTo>
                  <a:cubicBezTo>
                    <a:pt x="94252" y="601106"/>
                    <a:pt x="102289" y="610101"/>
                    <a:pt x="112793" y="610691"/>
                  </a:cubicBezTo>
                  <a:cubicBezTo>
                    <a:pt x="113505" y="610731"/>
                    <a:pt x="114218" y="610731"/>
                    <a:pt x="114930" y="610691"/>
                  </a:cubicBezTo>
                  <a:lnTo>
                    <a:pt x="152001" y="608605"/>
                  </a:lnTo>
                  <a:cubicBezTo>
                    <a:pt x="161037" y="608098"/>
                    <a:pt x="169182" y="614018"/>
                    <a:pt x="171489" y="622768"/>
                  </a:cubicBezTo>
                  <a:lnTo>
                    <a:pt x="180957" y="658668"/>
                  </a:lnTo>
                  <a:cubicBezTo>
                    <a:pt x="183641" y="668841"/>
                    <a:pt x="194065" y="674911"/>
                    <a:pt x="204237" y="672227"/>
                  </a:cubicBezTo>
                  <a:cubicBezTo>
                    <a:pt x="204928" y="672045"/>
                    <a:pt x="205609" y="671824"/>
                    <a:pt x="206275" y="671565"/>
                  </a:cubicBezTo>
                  <a:lnTo>
                    <a:pt x="240889" y="658125"/>
                  </a:lnTo>
                  <a:cubicBezTo>
                    <a:pt x="249324" y="654852"/>
                    <a:pt x="258898" y="657966"/>
                    <a:pt x="263796" y="665574"/>
                  </a:cubicBezTo>
                  <a:lnTo>
                    <a:pt x="283894" y="696787"/>
                  </a:lnTo>
                  <a:cubicBezTo>
                    <a:pt x="289590" y="705633"/>
                    <a:pt x="301378" y="708187"/>
                    <a:pt x="310224" y="702491"/>
                  </a:cubicBezTo>
                  <a:cubicBezTo>
                    <a:pt x="310828" y="702102"/>
                    <a:pt x="311409" y="701680"/>
                    <a:pt x="311964" y="701226"/>
                  </a:cubicBezTo>
                  <a:lnTo>
                    <a:pt x="340720" y="677756"/>
                  </a:lnTo>
                  <a:cubicBezTo>
                    <a:pt x="347732" y="672030"/>
                    <a:pt x="357806" y="672030"/>
                    <a:pt x="364818" y="677756"/>
                  </a:cubicBezTo>
                  <a:lnTo>
                    <a:pt x="393574" y="701226"/>
                  </a:lnTo>
                  <a:cubicBezTo>
                    <a:pt x="401722" y="707883"/>
                    <a:pt x="413723" y="706674"/>
                    <a:pt x="420380" y="698527"/>
                  </a:cubicBezTo>
                  <a:cubicBezTo>
                    <a:pt x="420834" y="697971"/>
                    <a:pt x="421256" y="697390"/>
                    <a:pt x="421644" y="696787"/>
                  </a:cubicBezTo>
                  <a:lnTo>
                    <a:pt x="441742" y="665574"/>
                  </a:lnTo>
                  <a:cubicBezTo>
                    <a:pt x="446640" y="657966"/>
                    <a:pt x="456215" y="654852"/>
                    <a:pt x="464650" y="658125"/>
                  </a:cubicBezTo>
                  <a:lnTo>
                    <a:pt x="499264" y="671565"/>
                  </a:lnTo>
                  <a:cubicBezTo>
                    <a:pt x="509071" y="675375"/>
                    <a:pt x="520109" y="670512"/>
                    <a:pt x="523919" y="660705"/>
                  </a:cubicBezTo>
                  <a:cubicBezTo>
                    <a:pt x="524177" y="660040"/>
                    <a:pt x="524399" y="659359"/>
                    <a:pt x="524581" y="658668"/>
                  </a:cubicBezTo>
                  <a:lnTo>
                    <a:pt x="534049" y="622768"/>
                  </a:lnTo>
                  <a:cubicBezTo>
                    <a:pt x="536356" y="614018"/>
                    <a:pt x="544502" y="608098"/>
                    <a:pt x="553537" y="608605"/>
                  </a:cubicBezTo>
                  <a:lnTo>
                    <a:pt x="590608" y="610691"/>
                  </a:lnTo>
                  <a:cubicBezTo>
                    <a:pt x="601113" y="611280"/>
                    <a:pt x="610107" y="603243"/>
                    <a:pt x="610697" y="592739"/>
                  </a:cubicBezTo>
                  <a:cubicBezTo>
                    <a:pt x="610737" y="592027"/>
                    <a:pt x="610737" y="591314"/>
                    <a:pt x="610697" y="590602"/>
                  </a:cubicBezTo>
                  <a:lnTo>
                    <a:pt x="608611" y="553531"/>
                  </a:lnTo>
                  <a:cubicBezTo>
                    <a:pt x="608104" y="544496"/>
                    <a:pt x="614024" y="536350"/>
                    <a:pt x="622774" y="534043"/>
                  </a:cubicBezTo>
                  <a:lnTo>
                    <a:pt x="658674" y="524575"/>
                  </a:lnTo>
                  <a:cubicBezTo>
                    <a:pt x="668847" y="521891"/>
                    <a:pt x="674917" y="511468"/>
                    <a:pt x="672233" y="501295"/>
                  </a:cubicBezTo>
                  <a:cubicBezTo>
                    <a:pt x="672051" y="500604"/>
                    <a:pt x="671830" y="499923"/>
                    <a:pt x="671571" y="499258"/>
                  </a:cubicBezTo>
                  <a:lnTo>
                    <a:pt x="658131" y="464644"/>
                  </a:lnTo>
                  <a:cubicBezTo>
                    <a:pt x="654858" y="456207"/>
                    <a:pt x="657972" y="446634"/>
                    <a:pt x="665580" y="441736"/>
                  </a:cubicBezTo>
                  <a:lnTo>
                    <a:pt x="696793" y="421638"/>
                  </a:lnTo>
                  <a:cubicBezTo>
                    <a:pt x="705639" y="415942"/>
                    <a:pt x="708193" y="404154"/>
                    <a:pt x="702497" y="395308"/>
                  </a:cubicBezTo>
                  <a:cubicBezTo>
                    <a:pt x="702108" y="394704"/>
                    <a:pt x="701686" y="394123"/>
                    <a:pt x="701232" y="393568"/>
                  </a:cubicBezTo>
                  <a:close/>
                  <a:moveTo>
                    <a:pt x="352769" y="600413"/>
                  </a:moveTo>
                  <a:cubicBezTo>
                    <a:pt x="215996" y="600413"/>
                    <a:pt x="105119" y="489536"/>
                    <a:pt x="105119" y="352763"/>
                  </a:cubicBezTo>
                  <a:cubicBezTo>
                    <a:pt x="105119" y="215990"/>
                    <a:pt x="215996" y="105113"/>
                    <a:pt x="352769" y="105113"/>
                  </a:cubicBezTo>
                  <a:cubicBezTo>
                    <a:pt x="489542" y="105113"/>
                    <a:pt x="600419" y="215990"/>
                    <a:pt x="600419" y="352763"/>
                  </a:cubicBezTo>
                  <a:cubicBezTo>
                    <a:pt x="600267" y="489473"/>
                    <a:pt x="489480" y="600261"/>
                    <a:pt x="352769" y="600413"/>
                  </a:cubicBezTo>
                  <a:close/>
                </a:path>
              </a:pathLst>
            </a:custGeom>
            <a:solidFill>
              <a:srgbClr val="FFC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F9FAFAD-A14D-DAAC-CAE7-D6C443F1887F}"/>
              </a:ext>
            </a:extLst>
          </p:cNvPr>
          <p:cNvSpPr txBox="1"/>
          <p:nvPr/>
        </p:nvSpPr>
        <p:spPr>
          <a:xfrm>
            <a:off x="4725609" y="3051110"/>
            <a:ext cx="1250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Tue Nov 2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A03A5C24-5E74-7F0A-80B4-134C56281967}"/>
              </a:ext>
            </a:extLst>
          </p:cNvPr>
          <p:cNvSpPr/>
          <p:nvPr/>
        </p:nvSpPr>
        <p:spPr>
          <a:xfrm>
            <a:off x="4725609" y="4240311"/>
            <a:ext cx="2855168" cy="1016720"/>
          </a:xfrm>
          <a:prstGeom prst="roundRect">
            <a:avLst>
              <a:gd name="adj" fmla="val 148"/>
            </a:avLst>
          </a:prstGeom>
          <a:solidFill>
            <a:srgbClr val="F4F6F9"/>
          </a:solidFill>
          <a:ln>
            <a:solidFill>
              <a:schemeClr val="bg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313642-99B7-7DCB-5EEE-5EE824F77130}"/>
              </a:ext>
            </a:extLst>
          </p:cNvPr>
          <p:cNvSpPr txBox="1"/>
          <p:nvPr/>
        </p:nvSpPr>
        <p:spPr>
          <a:xfrm>
            <a:off x="4842086" y="4389775"/>
            <a:ext cx="138715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Named WOD 3</a:t>
            </a:r>
          </a:p>
          <a:p>
            <a:r>
              <a:rPr lang="en-US" sz="1100" dirty="0"/>
              <a:t>Named WOD 4</a:t>
            </a:r>
          </a:p>
          <a:p>
            <a:r>
              <a:rPr lang="en-US" sz="1100" dirty="0"/>
              <a:t>Strength 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6DF7896-D58F-DAB7-212E-920B7EB85219}"/>
              </a:ext>
            </a:extLst>
          </p:cNvPr>
          <p:cNvSpPr txBox="1"/>
          <p:nvPr/>
        </p:nvSpPr>
        <p:spPr>
          <a:xfrm>
            <a:off x="4725609" y="4216982"/>
            <a:ext cx="1250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Thu Nov 4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651C6FA-33AF-6241-6C02-DFB061405FA6}"/>
              </a:ext>
            </a:extLst>
          </p:cNvPr>
          <p:cNvSpPr/>
          <p:nvPr/>
        </p:nvSpPr>
        <p:spPr>
          <a:xfrm>
            <a:off x="4700224" y="1206490"/>
            <a:ext cx="256345" cy="259080"/>
          </a:xfrm>
          <a:prstGeom prst="ellipse">
            <a:avLst/>
          </a:prstGeom>
          <a:solidFill>
            <a:srgbClr val="BED1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</a:t>
            </a:r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DDEF677E-64FA-6BAC-91B8-F84068DBEE9A}"/>
              </a:ext>
            </a:extLst>
          </p:cNvPr>
          <p:cNvSpPr/>
          <p:nvPr/>
        </p:nvSpPr>
        <p:spPr>
          <a:xfrm>
            <a:off x="2187951" y="298478"/>
            <a:ext cx="1548075" cy="727889"/>
          </a:xfrm>
          <a:prstGeom prst="wedgeRectCallout">
            <a:avLst>
              <a:gd name="adj1" fmla="val 106944"/>
              <a:gd name="adj2" fmla="val -59289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design/</a:t>
            </a:r>
            <a:r>
              <a:rPr lang="en-US" sz="1400" dirty="0" err="1">
                <a:solidFill>
                  <a:schemeClr val="tx1"/>
                </a:solidFill>
              </a:rPr>
              <a:t>logo.svg</a:t>
            </a:r>
            <a:r>
              <a:rPr lang="en-US" sz="1400" dirty="0">
                <a:solidFill>
                  <a:schemeClr val="tx1"/>
                </a:solidFill>
              </a:rPr>
              <a:t>. Link to Dashboard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A09D550-AB9D-61DA-0BB8-8FD7529E316C}"/>
              </a:ext>
            </a:extLst>
          </p:cNvPr>
          <p:cNvSpPr/>
          <p:nvPr/>
        </p:nvSpPr>
        <p:spPr>
          <a:xfrm>
            <a:off x="5506762" y="1202756"/>
            <a:ext cx="256345" cy="259080"/>
          </a:xfrm>
          <a:prstGeom prst="ellipse">
            <a:avLst/>
          </a:prstGeom>
          <a:solidFill>
            <a:srgbClr val="BED1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B95D85B-E331-0F5F-4D44-58E4EACFB52F}"/>
              </a:ext>
            </a:extLst>
          </p:cNvPr>
          <p:cNvSpPr/>
          <p:nvPr/>
        </p:nvSpPr>
        <p:spPr>
          <a:xfrm>
            <a:off x="6335486" y="1202756"/>
            <a:ext cx="256345" cy="259080"/>
          </a:xfrm>
          <a:prstGeom prst="ellipse">
            <a:avLst/>
          </a:prstGeom>
          <a:solidFill>
            <a:srgbClr val="BED1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5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E4BC945-2DFC-7D58-0C30-DF544179E9B2}"/>
              </a:ext>
            </a:extLst>
          </p:cNvPr>
          <p:cNvSpPr/>
          <p:nvPr/>
        </p:nvSpPr>
        <p:spPr>
          <a:xfrm>
            <a:off x="6743253" y="1225363"/>
            <a:ext cx="256345" cy="259080"/>
          </a:xfrm>
          <a:prstGeom prst="ellipse">
            <a:avLst/>
          </a:prstGeom>
          <a:solidFill>
            <a:srgbClr val="BED1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6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4FB23DE-982C-A78F-579E-A1FE9DC83E38}"/>
              </a:ext>
            </a:extLst>
          </p:cNvPr>
          <p:cNvSpPr/>
          <p:nvPr/>
        </p:nvSpPr>
        <p:spPr>
          <a:xfrm>
            <a:off x="7206174" y="1216908"/>
            <a:ext cx="256345" cy="259080"/>
          </a:xfrm>
          <a:prstGeom prst="ellipse">
            <a:avLst/>
          </a:prstGeom>
          <a:solidFill>
            <a:srgbClr val="BED1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7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E514924-D88E-22A4-E478-80E5A265BEFA}"/>
              </a:ext>
            </a:extLst>
          </p:cNvPr>
          <p:cNvSpPr/>
          <p:nvPr/>
        </p:nvSpPr>
        <p:spPr>
          <a:xfrm>
            <a:off x="4682738" y="1611107"/>
            <a:ext cx="256345" cy="259080"/>
          </a:xfrm>
          <a:prstGeom prst="ellipse">
            <a:avLst/>
          </a:prstGeom>
          <a:solidFill>
            <a:srgbClr val="BED1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8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734B0D7-84D2-59F4-ADB7-E072D1815DA9}"/>
              </a:ext>
            </a:extLst>
          </p:cNvPr>
          <p:cNvSpPr/>
          <p:nvPr/>
        </p:nvSpPr>
        <p:spPr>
          <a:xfrm>
            <a:off x="5126343" y="1591061"/>
            <a:ext cx="256345" cy="259080"/>
          </a:xfrm>
          <a:prstGeom prst="ellipse">
            <a:avLst/>
          </a:prstGeom>
          <a:solidFill>
            <a:srgbClr val="BED1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9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4D43F5E-6ABA-AFA7-A722-105E5600DBE6}"/>
              </a:ext>
            </a:extLst>
          </p:cNvPr>
          <p:cNvSpPr/>
          <p:nvPr/>
        </p:nvSpPr>
        <p:spPr>
          <a:xfrm>
            <a:off x="5939580" y="1592446"/>
            <a:ext cx="256345" cy="259080"/>
          </a:xfrm>
          <a:prstGeom prst="ellipse">
            <a:avLst/>
          </a:prstGeom>
          <a:solidFill>
            <a:srgbClr val="BED1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11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2AF88D33-2F44-22C3-991D-B73BAA3F5EEB}"/>
              </a:ext>
            </a:extLst>
          </p:cNvPr>
          <p:cNvSpPr/>
          <p:nvPr/>
        </p:nvSpPr>
        <p:spPr>
          <a:xfrm>
            <a:off x="6798100" y="1591061"/>
            <a:ext cx="256345" cy="259080"/>
          </a:xfrm>
          <a:prstGeom prst="ellipse">
            <a:avLst/>
          </a:prstGeom>
          <a:solidFill>
            <a:srgbClr val="BED1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13</a:t>
            </a:r>
          </a:p>
        </p:txBody>
      </p:sp>
      <p:sp>
        <p:nvSpPr>
          <p:cNvPr id="56" name="Speech Bubble: Rectangle 55">
            <a:extLst>
              <a:ext uri="{FF2B5EF4-FFF2-40B4-BE49-F238E27FC236}">
                <a16:creationId xmlns:a16="http://schemas.microsoft.com/office/drawing/2014/main" id="{87EC8574-A124-7916-CC11-30146BDDBDAE}"/>
              </a:ext>
            </a:extLst>
          </p:cNvPr>
          <p:cNvSpPr/>
          <p:nvPr/>
        </p:nvSpPr>
        <p:spPr>
          <a:xfrm>
            <a:off x="8074358" y="543234"/>
            <a:ext cx="1548075" cy="483133"/>
          </a:xfrm>
          <a:prstGeom prst="wedgeRectCallout">
            <a:avLst>
              <a:gd name="adj1" fmla="val -147405"/>
              <a:gd name="adj2" fmla="val -32370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Today’s date</a:t>
            </a:r>
          </a:p>
        </p:txBody>
      </p:sp>
      <p:sp>
        <p:nvSpPr>
          <p:cNvPr id="57" name="Speech Bubble: Rectangle 56">
            <a:extLst>
              <a:ext uri="{FF2B5EF4-FFF2-40B4-BE49-F238E27FC236}">
                <a16:creationId xmlns:a16="http://schemas.microsoft.com/office/drawing/2014/main" id="{7B3DC793-806F-B736-F220-D212642BEF15}"/>
              </a:ext>
            </a:extLst>
          </p:cNvPr>
          <p:cNvSpPr/>
          <p:nvPr/>
        </p:nvSpPr>
        <p:spPr>
          <a:xfrm>
            <a:off x="2304572" y="1520871"/>
            <a:ext cx="1775991" cy="2094744"/>
          </a:xfrm>
          <a:prstGeom prst="wedgeRectCallout">
            <a:avLst>
              <a:gd name="adj1" fmla="val 81201"/>
              <a:gd name="adj2" fmla="val -75324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This month. Colored circles had workouts. Gray circle did not. Circle include today and previous days. Add a button on the left of the calendar to see previous month</a:t>
            </a:r>
          </a:p>
        </p:txBody>
      </p:sp>
      <p:sp>
        <p:nvSpPr>
          <p:cNvPr id="58" name="Speech Bubble: Rectangle 57">
            <a:extLst>
              <a:ext uri="{FF2B5EF4-FFF2-40B4-BE49-F238E27FC236}">
                <a16:creationId xmlns:a16="http://schemas.microsoft.com/office/drawing/2014/main" id="{43B79076-0C9D-848D-95DF-F6C957A4F940}"/>
              </a:ext>
            </a:extLst>
          </p:cNvPr>
          <p:cNvSpPr/>
          <p:nvPr/>
        </p:nvSpPr>
        <p:spPr>
          <a:xfrm>
            <a:off x="7988728" y="1225363"/>
            <a:ext cx="1775991" cy="2094744"/>
          </a:xfrm>
          <a:prstGeom prst="wedgeRectCallout">
            <a:avLst>
              <a:gd name="adj1" fmla="val -96901"/>
              <a:gd name="adj2" fmla="val 48505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Cards showing workouts in the last 7 days. Clicking a card for the day shows a detailed screen of the workout. A workout with a Personal Record gets badge next to the element.</a:t>
            </a:r>
          </a:p>
        </p:txBody>
      </p:sp>
      <p:sp>
        <p:nvSpPr>
          <p:cNvPr id="59" name="Speech Bubble: Rectangle 58">
            <a:extLst>
              <a:ext uri="{FF2B5EF4-FFF2-40B4-BE49-F238E27FC236}">
                <a16:creationId xmlns:a16="http://schemas.microsoft.com/office/drawing/2014/main" id="{9F52160B-F090-D43F-274F-A569C8BDFB99}"/>
              </a:ext>
            </a:extLst>
          </p:cNvPr>
          <p:cNvSpPr/>
          <p:nvPr/>
        </p:nvSpPr>
        <p:spPr>
          <a:xfrm>
            <a:off x="2168444" y="4334986"/>
            <a:ext cx="1775991" cy="2094744"/>
          </a:xfrm>
          <a:prstGeom prst="wedgeRectCallout">
            <a:avLst>
              <a:gd name="adj1" fmla="val 166312"/>
              <a:gd name="adj2" fmla="val 56523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Make this button smaller</a:t>
            </a:r>
          </a:p>
        </p:txBody>
      </p:sp>
      <p:sp>
        <p:nvSpPr>
          <p:cNvPr id="60" name="Speech Bubble: Rectangle 59">
            <a:extLst>
              <a:ext uri="{FF2B5EF4-FFF2-40B4-BE49-F238E27FC236}">
                <a16:creationId xmlns:a16="http://schemas.microsoft.com/office/drawing/2014/main" id="{4A541626-5965-0D6A-F8C3-CA1BEC9B93DE}"/>
              </a:ext>
            </a:extLst>
          </p:cNvPr>
          <p:cNvSpPr/>
          <p:nvPr/>
        </p:nvSpPr>
        <p:spPr>
          <a:xfrm>
            <a:off x="7970957" y="3523316"/>
            <a:ext cx="1775991" cy="2094744"/>
          </a:xfrm>
          <a:prstGeom prst="wedgeRectCallout">
            <a:avLst>
              <a:gd name="adj1" fmla="val -79038"/>
              <a:gd name="adj2" fmla="val 95276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Change the Profile icon to be an avatar, which could be an image if uploaded by the user on the Profile screen. This the link to lead to a new screen called Settings. One setting will be Profile</a:t>
            </a:r>
          </a:p>
        </p:txBody>
      </p:sp>
    </p:spTree>
    <p:extLst>
      <p:ext uri="{BB962C8B-B14F-4D97-AF65-F5344CB8AC3E}">
        <p14:creationId xmlns:p14="http://schemas.microsoft.com/office/powerpoint/2010/main" val="3525953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182</Words>
  <Application>Microsoft Office PowerPoint</Application>
  <PresentationFormat>Widescreen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Zastrow</dc:creator>
  <cp:lastModifiedBy>John Zastrow</cp:lastModifiedBy>
  <cp:revision>3</cp:revision>
  <dcterms:created xsi:type="dcterms:W3CDTF">2025-11-08T23:14:56Z</dcterms:created>
  <dcterms:modified xsi:type="dcterms:W3CDTF">2025-11-09T00:49:18Z</dcterms:modified>
</cp:coreProperties>
</file>